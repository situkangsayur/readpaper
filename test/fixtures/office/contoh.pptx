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Sapa audiens dulu.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Migrasi Pascakuantum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Hendri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Hasil Latensi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Kyber tercepat</a:t>
            </a:r>
          </a:p>
          <a:p>
            <a:pPr lvl="1"/>
            <a:r>
              <a:t>Dilithium stabil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572000"/>
            <a:ext cx="27432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7607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88888"/>
                </a:solidFill>
              </a:rPr>
              <a:t>Sumber: uji internal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